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AL-TAHS Integrated Business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Full Product Overview and Demo Deck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Prepared for executive demo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What this system delivers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Single source of truth for sales, stock, motorbikes, and HR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Faster workflows: search, POS, payroll, and reports in one place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EBM-compliant invoicing with QR payloads and SDC tracking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Audit-ready activity logs and role-based controls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Better customer care through accurate billing and fast service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0"/>
            <a:ext cx="1115568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Outcome: professional, data-driven operations with reduced loss and higher trust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to Solve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Pain Points (Manual Operations)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Business Impact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Data loss and inconsistencies across spreadsheets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Slow customer service and frequent invoice errors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No single view of stock or sales history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Payroll and attendance tracked manually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No audit trail or role accountability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Lost revenue from stock mistakes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High operational cost and rework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Longer customer waiting time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Unreliable reports for management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Risk of non-compliance with EBM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Goals and Vision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Operational Goals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Customer Care Goals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Centralize sales, stock, motorbike CRM, and HR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Make workflow fast and professional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Enable branch-level accountability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Maintain clean, verifiable historical records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Fast and accurate invoices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Clear return handling and auditability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Improved trust with QR and SDC reference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Consistent service quality across staff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Core modules working together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POS &amp; Invoicing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Search, cart, checkout, EBM confirm, receipts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Inventory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Products, bins, locations, stock in/out, low stock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Motorbike CRM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Chassis-based tracking, promotions, branches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HR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Employees, attendance, advances, payroll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3383280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Reports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Sales, SDC, stock valuation, audit, KPIs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3383280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Admin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Users, roles, permissions, audit log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Unified database + role-based security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Role-Based Access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Operational Roles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Management Roles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Cashier: POS, invoices, EBM confirm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Store Keeper: stock, bins, inventory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Salesperson: motorbikes, promotions, sales ledger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HR: employees, attendance, advances, payroll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Manager: all operations + reporting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CEO: full visibility + KPI oversight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Admin: user and role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POS Sales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Customer purchase lifecycle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828800" cy="64008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Product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828800"/>
            <a:ext cx="1828800" cy="64008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965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to Cart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828800"/>
            <a:ext cx="1828800" cy="64008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965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1828800"/>
            <a:ext cx="1828800" cy="64008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965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Invoice Created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828800"/>
            <a:ext cx="1828800" cy="64008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965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EBM Confirm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2148840"/>
            <a:ext cx="2743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48840"/>
            <a:ext cx="2743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148840"/>
            <a:ext cx="2743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2148840"/>
            <a:ext cx="2743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</a:rPr>
              <a:t>Auto invoice numbering and QR payload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</a:rPr>
              <a:t>Handles spare parts (bin required) and motorbikes (no bin)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</a:rPr>
              <a:t>Print-ready receipts and PDFs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B1220"/>
                </a:solidFill>
              </a:rPr>
              <a:t>EBM pending list and confirmation flow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POS Terminal Features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Cashier Tools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Invoice Output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Fast search by name, SKU, part number, or brand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Smart bin recommendation for spare parts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Motorbike sales without bin or stock blocking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Multiple payment methods and buyer types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Professional PDF invoice (A4 and 80mm)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Thermal receipt with QR payload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SDC ID displayed after EBM confirm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Automatic audit log of every sale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Sales Ledger and SDC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Sales Ledger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SDC Import and Sync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Sales list with filters, search, and pagination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Pending vs confirmed EBM tracking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Cashier-specific visibility controls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Excel upload with headers validation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Updates existing rows and appends new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Sales sync after EBM confirmation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Historic data preserved and searchable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Inventory and Stock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Inventory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Stock Operations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Products catalog with cost, sell price, and min stock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Locations and storage bins per branch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Low stock alerts and valuation 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Multi-line stock-in adjustments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Stock transactions log with reasons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Bin-level inventory tracking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Motorbike CRM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Motorbike Records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Business Benefits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Chassis number as primary identifier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Manufacturer, model, year, weight, color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Branch assignment for fleet visibility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Full history of each motorbike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Salesperson ownership and reporting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Improved tracking for compliance and service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Promotions Module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Promotion Capture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Promotion Table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Dedicated promotion form with delivery status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Excel import for historical records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Search, sort, and export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S.NO auto ordering and wide headers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Full record of chassis, plate number, branch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Resilient table layout with column resize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HR Module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Core HR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Daily Operations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Employee CRUD with TIN and bank details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Status management and role clarity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Attendance mark with late tracking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Advance salary requests and summaries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Payroll generation with deductions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HR: Payroll &amp; Advances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Payroll Engine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Advance Salary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Generate payroll runs by month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Advance deduction and late penalties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Net pay protected from negative values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Create and approve advances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Summary table by employee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Auto applied in payroll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Admin and Audit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User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Audit Trail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CEO/Manager CRUD system users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Force password change on first login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Active/inactive account control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Action logs for critical operations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Supports accountability and review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Protects data integrity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Reports and KPIs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Management Reporting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Sales SDC Reporting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Sales, stock valuation, and KPI dashboards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Audit viewer and EBM pending lists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Export-ready summaries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Consolidated SDC view across all channels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Imports historic Excel data and syncs new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Search and filtering for quick lookup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UX and Reliability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Professional Interface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Operational Reliability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Fixed sidebar with clear navigation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Resizable tables and clean spacing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Alerts and success feedback standardized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Consistent data validations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Role-guarded routes and API endpoints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Print-ready receipts and PDFs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Company Adjustments Supported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Configurable Items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Process Alignment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Branches, locations, bins and stock policy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Product categories and pricing strategies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Attendance rules and payroll deductions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EBM integration fields and receipt layout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Standardized workflow across staff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Improved customer care and delivery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Scalable growth without data loss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Prepared for audits and 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Deployment &amp; VPN Access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Single-Port Hosting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WireGuard VPN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Frontend build served by backend (one URL)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Run: npm run build (frontend) + npm run dev (backend)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Access: http://&lt;server-ip&gt;:5000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Clients connect via VPN to reach server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Access URL: http://10.8.0.1:5000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Firewall: allow TCP 5000 and UDP 51820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Demo Walkthrough (Suggested)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Login as Cashier: create sale, print receipt, confirm EBM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Open Sales Ledger: verify SDC sync and search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Open Stock: show location/bins and stock adjustments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Open Motorbikes: create motorbike, add promotion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Open HR: mark attendance, add advance, generate payroll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Manager/CEO: view reports and audit logs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Next Enhancements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Short-Term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Medium-Term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Branding assets (logo, official receipt stamp)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Advanced analytics and trend dashboards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Barcode scanner workflow for POS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Mobile access for managers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Supplier portal and purchase orders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1220"/>
                </a:solidFill>
              </a:rPr>
              <a:t>Customer loyalty and service history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AL-TAHS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</a:rPr>
              <a:t>Ready for executive review and live demo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AL-TAHS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AL-TAHS System</dc:title>
  <dc:subject>AL-TAHS System Demo</dc:subject>
  <dc:creator>AL-TAHS</dc:creator>
  <cp:lastModifiedBy>AL-TAHS</cp:lastModifiedBy>
  <cp:revision>1</cp:revision>
  <dcterms:created xsi:type="dcterms:W3CDTF">2026-01-22T12:45:16Z</dcterms:created>
  <dcterms:modified xsi:type="dcterms:W3CDTF">2026-01-22T12:45:16Z</dcterms:modified>
</cp:coreProperties>
</file>